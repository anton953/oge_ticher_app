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Urbanist Medium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DBE4AD-E7D2-4B0D-8AB9-794B148B62FC}">
  <a:tblStyle styleId="{E2DBE4AD-E7D2-4B0D-8AB9-794B148B62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UrbanistMedium-bold.fntdata"/><Relationship Id="rId27" Type="http://schemas.openxmlformats.org/officeDocument/2006/relationships/font" Target="fonts/Urbanist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Medium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26.png"/><Relationship Id="rId13" Type="http://schemas.openxmlformats.org/officeDocument/2006/relationships/image" Target="../media/image29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Relationship Id="rId7" Type="http://schemas.openxmlformats.org/officeDocument/2006/relationships/image" Target="../media/image25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18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00" y="2386615"/>
            <a:ext cx="1160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OGE Teacher</a:t>
            </a:r>
            <a:r>
              <a:rPr b="0" i="0" lang="en-US" sz="6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App</a:t>
            </a:r>
            <a:endParaRPr sz="2200"/>
          </a:p>
        </p:txBody>
      </p:sp>
      <p:sp>
        <p:nvSpPr>
          <p:cNvPr id="86" name="Google Shape;86;p13"/>
          <p:cNvSpPr txBox="1"/>
          <p:nvPr/>
        </p:nvSpPr>
        <p:spPr>
          <a:xfrm>
            <a:off x="624400" y="3487265"/>
            <a:ext cx="1104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chemeClr val="lt2"/>
                </a:solidFill>
              </a:rPr>
              <a:t>Интерактивный тренажер для подготовки к ОГЭ по информатике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07060"/>
            <a:ext cx="110490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50" u="none" cap="none" strike="noStrike">
                <a:solidFill>
                  <a:srgbClr val="CBD5E1"/>
                </a:solidFill>
              </a:rPr>
              <a:t>Выполнил: Душенков Антон Александрович, 10В класс</a:t>
            </a:r>
            <a:br>
              <a:rPr i="0" lang="en-US" sz="2300" u="none" cap="none" strike="noStrike">
                <a:solidFill>
                  <a:srgbClr val="CBD5E1"/>
                </a:solidFill>
              </a:rPr>
            </a:br>
            <a:r>
              <a:rPr i="0" lang="en-US" sz="1850" u="none" cap="none" strike="noStrike">
                <a:solidFill>
                  <a:srgbClr val="CBD5E1"/>
                </a:solidFill>
              </a:rPr>
              <a:t> Руководитель: Келбусова С.С.</a:t>
            </a:r>
            <a:br>
              <a:rPr i="0" lang="en-US" sz="2300" u="none" cap="none" strike="noStrike">
                <a:solidFill>
                  <a:srgbClr val="CBD5E1"/>
                </a:solidFill>
              </a:rPr>
            </a:br>
            <a:r>
              <a:rPr i="0" lang="en-US" sz="1850" u="none" cap="none" strike="noStrike">
                <a:solidFill>
                  <a:srgbClr val="CBD5E1"/>
                </a:solidFill>
              </a:rPr>
              <a:t> ГБОУ Лицей № 554, СПб, 2026</a:t>
            </a:r>
            <a:endParaRPr sz="1900">
              <a:solidFill>
                <a:srgbClr val="CBD5E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816423"/>
            <a:ext cx="5238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150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4626173"/>
            <a:ext cx="5238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минут на решение 15 задач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381750" y="299263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Психологическая адаптация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40221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Переход на компьютерный формат требует не только теоретических знаний, но и навыков работы в цифровой среде под давлением времени. Автоматизация навыков — залог высокого балла.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Вызов современного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экзамена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047750" y="2030896"/>
            <a:ext cx="80964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</a:rPr>
              <a:t>Цель:</a:t>
            </a:r>
            <a:r>
              <a:rPr i="0" lang="en-US" sz="2200" u="none" cap="none" strike="noStrike">
                <a:solidFill>
                  <a:srgbClr val="CBD5E1"/>
                </a:solidFill>
              </a:rPr>
              <a:t> Разработать ПО на Python для автоматизации подготовки и повышения эффективности самоконтроля.</a:t>
            </a:r>
            <a:endParaRPr sz="1800"/>
          </a:p>
        </p:txBody>
      </p:sp>
      <p:sp>
        <p:nvSpPr>
          <p:cNvPr id="104" name="Google Shape;104;p15"/>
          <p:cNvSpPr txBox="1"/>
          <p:nvPr/>
        </p:nvSpPr>
        <p:spPr>
          <a:xfrm>
            <a:off x="1047750" y="3259649"/>
            <a:ext cx="809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Проанализировать актуальные требования ФИПИ 2026.</a:t>
            </a:r>
            <a:endParaRPr sz="1800"/>
          </a:p>
        </p:txBody>
      </p:sp>
      <p:sp>
        <p:nvSpPr>
          <p:cNvPr id="105" name="Google Shape;105;p15"/>
          <p:cNvSpPr txBox="1"/>
          <p:nvPr/>
        </p:nvSpPr>
        <p:spPr>
          <a:xfrm>
            <a:off x="1047750" y="3946896"/>
            <a:ext cx="80964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Реализовать модули тестирования, учета времени и статистики.</a:t>
            </a:r>
            <a:endParaRPr sz="1800"/>
          </a:p>
        </p:txBody>
      </p:sp>
      <p:sp>
        <p:nvSpPr>
          <p:cNvPr id="106" name="Google Shape;106;p15"/>
          <p:cNvSpPr txBox="1"/>
          <p:nvPr/>
        </p:nvSpPr>
        <p:spPr>
          <a:xfrm>
            <a:off x="1047750" y="5175653"/>
            <a:ext cx="809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200" u="none" cap="none" strike="noStrike">
                <a:solidFill>
                  <a:srgbClr val="CBD5E1"/>
                </a:solidFill>
              </a:rPr>
              <a:t>Внедрить инструменты визуальной аналитики "слабых мест".</a:t>
            </a:r>
            <a:endParaRPr sz="1800"/>
          </a:p>
        </p:txBody>
      </p:sp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692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9088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4127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06879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71500" y="571500"/>
            <a:ext cx="116016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250" u="none" cap="none" strike="noStrike">
                <a:solidFill>
                  <a:srgbClr val="F5F5F5"/>
                </a:solidFill>
              </a:rPr>
              <a:t>Цели и задачи </a:t>
            </a:r>
            <a:r>
              <a:rPr i="0" lang="en-US" sz="4250" u="none" cap="none" strike="noStrike">
                <a:solidFill>
                  <a:srgbClr val="DEFF9A"/>
                </a:solidFill>
              </a:rPr>
              <a:t>проекта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7" name="Google Shape;117;p16"/>
          <p:cNvGraphicFramePr/>
          <p:nvPr/>
        </p:nvGraphicFramePr>
        <p:xfrm>
          <a:off x="571500" y="2430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{E2DBE4AD-E7D2-4B0D-8AB9-794B148B62FC}</a:tableStyleId>
              </a:tblPr>
              <a:tblGrid>
                <a:gridCol w="3220500"/>
                <a:gridCol w="2118725"/>
                <a:gridCol w="2500750"/>
                <a:gridCol w="3209025"/>
              </a:tblGrid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Критерий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Решу ОГЭ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Банк ФИПИ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OGE Teacher App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Персональная аналитика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Поверхностная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Отсутствует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Глубокая (QtCharts)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Оффлайн-режим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Нет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Частично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Полная автономность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Учет времени (таймер)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Базовый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Нет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Индивидуальный трекинг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Интерфейс (UI/UX)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Устаревший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Минималистичный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Современный (PySide6)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16"/>
          <p:cNvSpPr/>
          <p:nvPr/>
        </p:nvSpPr>
        <p:spPr>
          <a:xfrm>
            <a:off x="571500" y="3059310"/>
            <a:ext cx="322049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3791991" y="3059310"/>
            <a:ext cx="211871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5910708" y="3059310"/>
            <a:ext cx="2500758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8411467" y="3059310"/>
            <a:ext cx="3209032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71500" y="3692723"/>
            <a:ext cx="3220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791991" y="3692723"/>
            <a:ext cx="2118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5910708" y="3692723"/>
            <a:ext cx="2500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411467" y="3692723"/>
            <a:ext cx="32090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71500" y="4311848"/>
            <a:ext cx="3220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791991" y="4311848"/>
            <a:ext cx="2118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910708" y="4311848"/>
            <a:ext cx="2500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411467" y="4311848"/>
            <a:ext cx="32090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71500" y="4930973"/>
            <a:ext cx="3220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3791991" y="4930973"/>
            <a:ext cx="2118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910708" y="4930973"/>
            <a:ext cx="2500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8411467" y="4930973"/>
            <a:ext cx="32090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71500" y="5550098"/>
            <a:ext cx="322049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3791991" y="5550098"/>
            <a:ext cx="21187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910708" y="5550098"/>
            <a:ext cx="250075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8411467" y="5550098"/>
            <a:ext cx="32090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Анализ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существующих</a:t>
            </a: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решений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01125" y="2615654"/>
            <a:ext cx="2619375" cy="2573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66775" y="3672929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Python 3.x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66775" y="4101554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Высокая скорость разработки и богатая экосистема библиотек.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6650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3676650" y="3672929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PySide6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676650" y="4101554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Официальный фреймворк Qt для создания кроссплатформенных GUI.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486525" y="3672929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QtCharts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486525" y="4101554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Встроенная визуализация данных без лишних зависимостей.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96400" y="2910929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9296400" y="3672929"/>
            <a:ext cx="213026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JSON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9296400" y="4101554"/>
            <a:ext cx="20288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Легковесный формат для локального хранения базы заданий и статистики.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2512" y="308237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48100" y="30823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657975" y="3082379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482137" y="3082379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Технологический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стек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8195"/>
            <a:ext cx="11049000" cy="476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Потребности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аудитории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7273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266878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Модульная структура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307836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Приложение построено на принципах ООП с четким разделением ответственности:</a:t>
            </a:r>
            <a:endParaRPr/>
          </a:p>
        </p:txBody>
      </p:sp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6798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571500" y="387846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UI Layer: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Пакет ui/ (PySide6 widgets)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427851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 Layer: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TaskManager, StatsManager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467856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Layer: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JSON файлы заданий</a:t>
            </a:r>
            <a:endParaRPr/>
          </a:p>
        </p:txBody>
      </p:sp>
      <p:pic>
        <p:nvPicPr>
          <p:cNvPr descr="image.png" id="184" name="Google Shape;18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0848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30898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30948"/>
            <a:ext cx="1428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Архитектура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Model-View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5619750" y="260985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295275" y="30289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Практическая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реализация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41338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От проектирования интерфейса до алгоритмов аналитики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title="Screenshot_20260517_192352.png"/>
          <p:cNvPicPr preferRelativeResize="0"/>
          <p:nvPr/>
        </p:nvPicPr>
        <p:blipFill rotWithShape="1">
          <a:blip r:embed="rId3">
            <a:alphaModFix/>
          </a:blip>
          <a:srcRect b="0" l="1588" r="1588" t="0"/>
          <a:stretch/>
        </p:blipFill>
        <p:spPr>
          <a:xfrm>
            <a:off x="5946525" y="-11"/>
            <a:ext cx="6245476" cy="351308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447675" y="405154"/>
            <a:ext cx="52008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Интерфейс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тренажера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447675" y="13675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Реализовано 3 ключевых режима: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447675" y="3194845"/>
            <a:ext cx="495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Использование QTimer для отслеживания времени решения каждой задачи.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447675" y="19375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Обучение (теория в PNG)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47675" y="22423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Тренировка (случайные задачи)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447675" y="2547145"/>
            <a:ext cx="49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Полный вариант (10 заданий + таймер)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5" y="19899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7675" y="2294733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5" y="259953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title="Screenshot_20260517_19241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7599" y="3513075"/>
            <a:ext cx="6184401" cy="336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title="Screenshot_20260517_19243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099945"/>
            <a:ext cx="5064144" cy="2758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title="Screenshot_20260512_09142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6125" y="1573575"/>
            <a:ext cx="7028924" cy="395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518600" y="2754117"/>
            <a:ext cx="4202100" cy="1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Гистограмма позволяет мгновенно выявить "провальные" темы, требующие дополнительной отработки.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571500" y="571500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Визуализация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прогресса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17290"/>
            <a:ext cx="11049000" cy="1141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17290"/>
            <a:ext cx="11049000" cy="497026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3"/>
          <p:cNvSpPr txBox="1"/>
          <p:nvPr/>
        </p:nvSpPr>
        <p:spPr>
          <a:xfrm>
            <a:off x="571500" y="5892254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Динамика "мастерства" растет при систематической работе с ошибками.</a:t>
            </a:r>
            <a:endParaRPr/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1798290"/>
            <a:ext cx="10287000" cy="37921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571500" y="470594"/>
            <a:ext cx="11601450" cy="565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Алгоритм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готовности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295275" y="2195512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Спасибо за внимание!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71500" y="3424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Проект "OGE Teacher App" готов к масштабированию и внедрению.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571500" y="4110037"/>
            <a:ext cx="11049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Все задачи выполнены в полном объеме. Цель достигнута.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СПб,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